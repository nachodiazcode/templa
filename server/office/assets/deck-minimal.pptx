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presentation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marL="0" indent="0" defTabSz="914400">
        <a:lnSpc>
          <a:spcPct val="110000"/>
        </a:lnSpc>
        <a:spcBef>
          <a:spcPts val="0"/>
        </a:spcBef>
        <a:spcAft>
          <a:spcPts val="0"/>
        </a:spcAft>
        <a:buNone/>
        <a:defRPr sz="4000" b="1" dirty="0">
          <a:solidFill>
            <a:srgbClr val="22222F"/>
          </a:solidFill>
          <a:latin typeface="Arial"/>
        </a:defRPr>
      </a:lvl1pPr>
    </p:titleStyle>
    <p:bodyStyle>
      <a:lvl1pPr marL="342900" indent="-342900" defTabSz="914400">
        <a:lnSpc>
          <a:spcPct val="115000"/>
        </a:lnSpc>
        <a:spcBef>
          <a:spcPts val="600"/>
        </a:spcBef>
        <a:spcAft>
          <a:spcPts val="600"/>
        </a:spcAft>
        <a:buFont typeface="Arial"/>
        <a:buChar char="•"/>
        <a:defRPr sz="1800" dirty="0">
          <a:solidFill>
            <a:srgbClr val="22222F"/>
          </a:solidFill>
          <a:latin typeface="Arial"/>
        </a:defRPr>
      </a:lvl1pPr>
    </p:bodyStyle>
    <p:otherStyle>
      <a:defPPr/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2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3" name="Ficha"/>
          <p:cNvSpPr/>
          <p:nvPr/>
        </p:nvSpPr>
        <p:spPr>
          <a:xfrm>
            <a:off x="9472000" y="1260000"/>
            <a:ext cx="2600000" cy="4300000"/>
          </a:xfrm>
          <a:prstGeom prst="rect"/>
          <a:solidFill>
            <a:srgbClr val="38BDF8">
              <a:alpha val="12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4" name="Ficha"/>
          <p:cNvSpPr/>
          <p:nvPr/>
        </p:nvSpPr>
        <p:spPr>
          <a:xfrm>
            <a:off x="7032000" y="2300000"/>
            <a:ext cx="5000000" cy="2600000"/>
          </a:xfrm>
          <a:prstGeom prst="rect"/>
          <a:solidFill>
            <a:srgbClr val="0EA5E9">
              <a:alpha val="9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5" name="Kicker-portada"/>
          <p:cNvSpPr>
            <a:spLocks noGrp="1"/>
          </p:cNvSpPr>
          <p:nvPr/>
        </p:nvSpPr>
        <p:spPr>
          <a:xfrm>
            <a:off x="914400" y="2250000"/>
            <a:ext cx="9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PRESENTACIÓN · MINIMAL</a:t>
            </a:r>
            <a:endParaRPr lang="es-CL" sz="1800"/>
          </a:p>
        </p:txBody>
      </p:sp>
      <p:sp>
        <p:nvSpPr>
          <p:cNvPr id="6" name="Titulo-portada"/>
          <p:cNvSpPr>
            <a:spLocks noGrp="1"/>
          </p:cNvSpPr>
          <p:nvPr/>
        </p:nvSpPr>
        <p:spPr>
          <a:xfrm>
            <a:off x="914400" y="2750000"/>
            <a:ext cx="9400000" cy="13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Ideas claras, diseño limpio</a:t>
            </a:r>
            <a:endParaRPr lang="es-CL" sz="1800"/>
          </a:p>
        </p:txBody>
      </p:sp>
      <p:sp>
        <p:nvSpPr>
          <p:cNvPr id="7" name="Sub-portada"/>
          <p:cNvSpPr>
            <a:spLocks noGrp="1"/>
          </p:cNvSpPr>
          <p:nvPr/>
        </p:nvSpPr>
        <p:spPr>
          <a:xfrm>
            <a:off x="914400" y="4200000"/>
            <a:ext cx="900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1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Deck tipográfico para cualquier presentación profesional</a:t>
            </a:r>
            <a:endParaRPr lang="es-CL" sz="1800"/>
          </a:p>
        </p:txBody>
      </p:sp>
      <p:sp>
        <p:nvSpPr>
          <p:cNvPr id="8" name="Autor"/>
          <p:cNvSpPr>
            <a:spLocks noGrp="1"/>
          </p:cNvSpPr>
          <p:nvPr/>
        </p:nvSpPr>
        <p:spPr>
          <a:xfrm>
            <a:off x="914400" y="5450000"/>
            <a:ext cx="8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4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Presentado por __tu_nombre__</a:t>
            </a:r>
            <a:endParaRPr lang="es-CL" sz="1800"/>
          </a:p>
        </p:txBody>
      </p:sp>
      <p:sp>
        <p:nvSpPr>
          <p:cNvPr id="9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1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0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11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AGENDA</a:t>
            </a:r>
            <a:endParaRPr lang="es-CL" sz="1800"/>
          </a:p>
        </p:txBody>
      </p:sp>
      <p:sp>
        <p:nvSpPr>
          <p:cNvPr id="12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Temas a cubrir</a:t>
            </a:r>
            <a:endParaRPr lang="es-CL" sz="1800"/>
          </a:p>
        </p:txBody>
      </p:sp>
      <p:sp>
        <p:nvSpPr>
          <p:cNvPr id="13" name="Agenda-wrap"/>
          <p:cNvSpPr>
            <a:spLocks noGrp="1"/>
          </p:cNvSpPr>
          <p:nvPr/>
        </p:nvSpPr>
        <p:spPr>
          <a:xfrm>
            <a:off x="914400" y="2800000"/>
            <a:ext cx="10400000" cy="24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01  </a:t>
            </a:r>
            <a:r>
              <a:rPr lang="es-CL" altLang="en-US" sz="20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Introducción y contexto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02  </a:t>
            </a:r>
            <a:r>
              <a:rPr lang="es-CL" altLang="en-US" sz="20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Objetivos del proyecto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03  </a:t>
            </a:r>
            <a:r>
              <a:rPr lang="es-CL" altLang="en-US" sz="20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Metodología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04  </a:t>
            </a:r>
            <a:r>
              <a:rPr lang="es-CL" altLang="en-US" sz="20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Resultados clave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05  </a:t>
            </a:r>
            <a:r>
              <a:rPr lang="es-CL" altLang="en-US" sz="20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Próximos pasos</a:t>
            </a:r>
            <a:endParaRPr lang="es-CL" sz="1800"/>
          </a:p>
        </p:txBody>
      </p:sp>
      <p:sp>
        <p:nvSpPr>
          <p:cNvPr id="14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2</a:t>
            </a:r>
            <a:endParaRPr lang="es-C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5" name="Barra divisor"/>
          <p:cNvSpPr/>
          <p:nvPr/>
        </p:nvSpPr>
        <p:spPr>
          <a:xfrm>
            <a:off x="0" y="5334000"/>
            <a:ext cx="12192000" cy="1524000"/>
          </a:xfrm>
          <a:prstGeom prst="rect"/>
          <a:solidFill>
            <a:srgbClr val="13151C"/>
          </a:solidFill>
        </p:spPr>
        <p:txBody>
          <a:bodyPr wrap="none" lIns="0" tIns="0" rIns="0" bIns="0"/>
          <a:lstStyle/>
          <a:p/>
        </p:txBody>
      </p:sp>
      <p:sp>
        <p:nvSpPr>
          <p:cNvPr id="16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17" name="Num-seccion"/>
          <p:cNvSpPr>
            <a:spLocks noGrp="1"/>
          </p:cNvSpPr>
          <p:nvPr/>
        </p:nvSpPr>
        <p:spPr>
          <a:xfrm>
            <a:off x="914400" y="1800000"/>
            <a:ext cx="4600000" cy="2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90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01</a:t>
            </a:r>
            <a:endParaRPr lang="es-CL" sz="1800"/>
          </a:p>
        </p:txBody>
      </p:sp>
      <p:sp>
        <p:nvSpPr>
          <p:cNvPr id="18" name="Tit-seccion"/>
          <p:cNvSpPr>
            <a:spLocks noGrp="1"/>
          </p:cNvSpPr>
          <p:nvPr/>
        </p:nvSpPr>
        <p:spPr>
          <a:xfrm>
            <a:off x="1314400" y="4200000"/>
            <a:ext cx="9000000" cy="11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Introducción</a:t>
            </a:r>
            <a:endParaRPr lang="es-CL" sz="1800"/>
          </a:p>
        </p:txBody>
      </p:sp>
      <p:sp>
        <p:nvSpPr>
          <p:cNvPr id="19" name="Sub-seccion"/>
          <p:cNvSpPr>
            <a:spLocks noGrp="1"/>
          </p:cNvSpPr>
          <p:nvPr/>
        </p:nvSpPr>
        <p:spPr>
          <a:xfrm>
            <a:off x="1314400" y="5350000"/>
            <a:ext cx="8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8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El punto de partida de la historia</a:t>
            </a:r>
            <a:endParaRPr lang="es-CL" sz="1800"/>
          </a:p>
        </p:txBody>
      </p:sp>
      <p:sp>
        <p:nvSpPr>
          <p:cNvPr id="20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3</a:t>
            </a:r>
            <a:endParaRPr lang="es-CL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21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22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CONTENIDO</a:t>
            </a:r>
            <a:endParaRPr lang="es-CL" sz="1800"/>
          </a:p>
        </p:txBody>
      </p:sp>
      <p:sp>
        <p:nvSpPr>
          <p:cNvPr id="23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Puntos a desarrollar</a:t>
            </a:r>
            <a:endParaRPr lang="es-CL" sz="1800"/>
          </a:p>
        </p:txBody>
      </p:sp>
      <p:sp>
        <p:nvSpPr>
          <p:cNvPr id="24" name="Tarjeta"/>
          <p:cNvSpPr/>
          <p:nvPr/>
        </p:nvSpPr>
        <p:spPr>
          <a:xfrm>
            <a:off x="914400" y="2900000"/>
            <a:ext cx="10400000" cy="2900000"/>
          </a:xfrm>
          <a:prstGeom prst="roundRect">
            <a:avLst>
              <a:gd name="adj" fmla="val 4000"/>
            </a:avLst>
          </a:prstGeom>
          <a:solidFill>
            <a:srgbClr val="0EA5E9">
              <a:alpha val="6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25" name="Bullets"/>
          <p:cNvSpPr>
            <a:spLocks noGrp="1"/>
          </p:cNvSpPr>
          <p:nvPr/>
        </p:nvSpPr>
        <p:spPr>
          <a:xfrm>
            <a:off x="2014400" y="3150000"/>
            <a:ext cx="8800000" cy="25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Define el mensaje central en una sola frase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Usa datos para respaldar cada afirmación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Mantén una diapositiva por idea principal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Cierra cada bloque con una conclusión accionable</a:t>
            </a:r>
            <a:endParaRPr lang="es-CL" sz="1800"/>
          </a:p>
        </p:txBody>
      </p:sp>
      <p:sp>
        <p:nvSpPr>
          <p:cNvPr id="2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4</a:t>
            </a:r>
            <a:endParaRPr lang="es-CL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27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28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COMPARATIVA</a:t>
            </a:r>
            <a:endParaRPr lang="es-CL" sz="1800"/>
          </a:p>
        </p:txBody>
      </p:sp>
      <p:sp>
        <p:nvSpPr>
          <p:cNvPr id="29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36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Antes vs. después</a:t>
            </a:r>
            <a:endParaRPr lang="es-CL" sz="1800"/>
          </a:p>
        </p:txBody>
      </p:sp>
      <p:sp>
        <p:nvSpPr>
          <p:cNvPr id="30" name="Col A"/>
          <p:cNvSpPr/>
          <p:nvPr/>
        </p:nvSpPr>
        <p:spPr>
          <a:xfrm>
            <a:off x="91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0EA5E9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31" name="Col B"/>
          <p:cNvSpPr/>
          <p:nvPr/>
        </p:nvSpPr>
        <p:spPr>
          <a:xfrm>
            <a:off x="636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38BDF8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32" name="Cabeza A"/>
          <p:cNvSpPr>
            <a:spLocks noGrp="1"/>
          </p:cNvSpPr>
          <p:nvPr/>
        </p:nvSpPr>
        <p:spPr>
          <a:xfrm>
            <a:off x="131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Antes</a:t>
            </a:r>
            <a:endParaRPr lang="es-CL" sz="1800"/>
          </a:p>
        </p:txBody>
      </p:sp>
      <p:sp>
        <p:nvSpPr>
          <p:cNvPr id="33" name="Cuerpo A"/>
          <p:cNvSpPr>
            <a:spLocks noGrp="1"/>
          </p:cNvSpPr>
          <p:nvPr/>
        </p:nvSpPr>
        <p:spPr>
          <a:xfrm>
            <a:off x="131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Mensajes dispersos, plantillas genéricas y poca jerarquía visual que resta credibilidad.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→ Sigue</a:t>
            </a:r>
            <a:endParaRPr lang="es-CL" sz="1800"/>
          </a:p>
        </p:txBody>
      </p:sp>
      <p:sp>
        <p:nvSpPr>
          <p:cNvPr id="34" name="Cabeza B"/>
          <p:cNvSpPr>
            <a:spLocks noGrp="1"/>
          </p:cNvSpPr>
          <p:nvPr/>
        </p:nvSpPr>
        <p:spPr>
          <a:xfrm>
            <a:off x="676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Después</a:t>
            </a:r>
            <a:endParaRPr lang="es-CL" sz="1800"/>
          </a:p>
        </p:txBody>
      </p:sp>
      <p:sp>
        <p:nvSpPr>
          <p:cNvPr id="35" name="Cuerpo B"/>
          <p:cNvSpPr>
            <a:spLocks noGrp="1"/>
          </p:cNvSpPr>
          <p:nvPr/>
        </p:nvSpPr>
        <p:spPr>
          <a:xfrm>
            <a:off x="676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Narrativa ordenada, marca consistente y una presentación que se recuerda.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→ Descubre</a:t>
            </a:r>
            <a:endParaRPr lang="es-CL" sz="1800"/>
          </a:p>
        </p:txBody>
      </p:sp>
      <p:sp>
        <p:nvSpPr>
          <p:cNvPr id="3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5</a:t>
            </a:r>
            <a:endParaRPr lang="es-CL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37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38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RESULTADOS</a:t>
            </a:r>
            <a:endParaRPr lang="es-CL" sz="1800"/>
          </a:p>
        </p:txBody>
      </p:sp>
      <p:sp>
        <p:nvSpPr>
          <p:cNvPr id="39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Impacto en números</a:t>
            </a:r>
            <a:endParaRPr lang="es-CL" sz="1800"/>
          </a:p>
        </p:txBody>
      </p:sp>
      <p:sp>
        <p:nvSpPr>
          <p:cNvPr id="40" name="Stat"/>
          <p:cNvSpPr/>
          <p:nvPr/>
        </p:nvSpPr>
        <p:spPr>
          <a:xfrm>
            <a:off x="914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41" name="Stat-n"/>
          <p:cNvSpPr>
            <a:spLocks noGrp="1"/>
          </p:cNvSpPr>
          <p:nvPr/>
        </p:nvSpPr>
        <p:spPr>
          <a:xfrm>
            <a:off x="914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+92%</a:t>
            </a:r>
            <a:endParaRPr lang="es-CL" sz="1800"/>
          </a:p>
        </p:txBody>
      </p:sp>
      <p:sp>
        <p:nvSpPr>
          <p:cNvPr id="42" name="Stat-t"/>
          <p:cNvSpPr>
            <a:spLocks noGrp="1"/>
          </p:cNvSpPr>
          <p:nvPr/>
        </p:nvSpPr>
        <p:spPr>
          <a:xfrm>
            <a:off x="914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Claridad</a:t>
            </a:r>
            <a:endParaRPr lang="es-CL" sz="1800"/>
          </a:p>
        </p:txBody>
      </p:sp>
      <p:sp>
        <p:nvSpPr>
          <p:cNvPr id="43" name="Stat"/>
          <p:cNvSpPr/>
          <p:nvPr/>
        </p:nvSpPr>
        <p:spPr>
          <a:xfrm>
            <a:off x="3685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38BDF8"/>
          </a:solidFill>
        </p:spPr>
        <p:txBody>
          <a:bodyPr wrap="none" lIns="0" tIns="0" rIns="0" bIns="0"/>
          <a:lstStyle/>
          <a:p/>
        </p:txBody>
      </p:sp>
      <p:sp>
        <p:nvSpPr>
          <p:cNvPr id="44" name="Stat-n"/>
          <p:cNvSpPr>
            <a:spLocks noGrp="1"/>
          </p:cNvSpPr>
          <p:nvPr/>
        </p:nvSpPr>
        <p:spPr>
          <a:xfrm>
            <a:off x="3685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3.2x</a:t>
            </a:r>
            <a:endParaRPr lang="es-CL" sz="1800"/>
          </a:p>
        </p:txBody>
      </p:sp>
      <p:sp>
        <p:nvSpPr>
          <p:cNvPr id="45" name="Stat-t"/>
          <p:cNvSpPr>
            <a:spLocks noGrp="1"/>
          </p:cNvSpPr>
          <p:nvPr/>
        </p:nvSpPr>
        <p:spPr>
          <a:xfrm>
            <a:off x="3685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Retención</a:t>
            </a:r>
            <a:endParaRPr lang="es-CL" sz="1800"/>
          </a:p>
        </p:txBody>
      </p:sp>
      <p:sp>
        <p:nvSpPr>
          <p:cNvPr id="46" name="Stat"/>
          <p:cNvSpPr/>
          <p:nvPr/>
        </p:nvSpPr>
        <p:spPr>
          <a:xfrm>
            <a:off x="6456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47" name="Stat-n"/>
          <p:cNvSpPr>
            <a:spLocks noGrp="1"/>
          </p:cNvSpPr>
          <p:nvPr/>
        </p:nvSpPr>
        <p:spPr>
          <a:xfrm>
            <a:off x="6456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−65%</a:t>
            </a:r>
            <a:endParaRPr lang="es-CL" sz="1800"/>
          </a:p>
        </p:txBody>
      </p:sp>
      <p:sp>
        <p:nvSpPr>
          <p:cNvPr id="48" name="Stat-t"/>
          <p:cNvSpPr>
            <a:spLocks noGrp="1"/>
          </p:cNvSpPr>
          <p:nvPr/>
        </p:nvSpPr>
        <p:spPr>
          <a:xfrm>
            <a:off x="6456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Tiempo de armado</a:t>
            </a:r>
            <a:endParaRPr lang="es-CL" sz="1800"/>
          </a:p>
        </p:txBody>
      </p:sp>
      <p:sp>
        <p:nvSpPr>
          <p:cNvPr id="49" name="Stat"/>
          <p:cNvSpPr/>
          <p:nvPr/>
        </p:nvSpPr>
        <p:spPr>
          <a:xfrm>
            <a:off x="9227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38BDF8"/>
          </a:solidFill>
        </p:spPr>
        <p:txBody>
          <a:bodyPr wrap="none" lIns="0" tIns="0" rIns="0" bIns="0"/>
          <a:lstStyle/>
          <a:p/>
        </p:txBody>
      </p:sp>
      <p:sp>
        <p:nvSpPr>
          <p:cNvPr id="50" name="Stat-n"/>
          <p:cNvSpPr>
            <a:spLocks noGrp="1"/>
          </p:cNvSpPr>
          <p:nvPr/>
        </p:nvSpPr>
        <p:spPr>
          <a:xfrm>
            <a:off x="9227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4.9★</a:t>
            </a:r>
            <a:endParaRPr lang="es-CL" sz="1800"/>
          </a:p>
        </p:txBody>
      </p:sp>
      <p:sp>
        <p:nvSpPr>
          <p:cNvPr id="51" name="Stat-t"/>
          <p:cNvSpPr>
            <a:spLocks noGrp="1"/>
          </p:cNvSpPr>
          <p:nvPr/>
        </p:nvSpPr>
        <p:spPr>
          <a:xfrm>
            <a:off x="9227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</a:t>
            </a:r>
            <a:endParaRPr lang="es-CL" sz="1800"/>
          </a:p>
        </p:txBody>
      </p:sp>
      <p:sp>
        <p:nvSpPr>
          <p:cNvPr id="52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6</a:t>
            </a:r>
            <a:endParaRPr lang="es-CL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53" name="Comilla"/>
          <p:cNvSpPr/>
          <p:nvPr/>
        </p:nvSpPr>
        <p:spPr>
          <a:xfrm>
            <a:off x="914400" y="1900000"/>
            <a:ext cx="1000000" cy="70000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54" name="Quote"/>
          <p:cNvSpPr>
            <a:spLocks noGrp="1"/>
          </p:cNvSpPr>
          <p:nvPr/>
        </p:nvSpPr>
        <p:spPr>
          <a:xfrm>
            <a:off x="1114400" y="2850000"/>
            <a:ext cx="9600000" cy="19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500"/>
              </a:spcAft>
              <a:buNone/>
            </a:pPr>
            <a:r>
              <a:rPr lang="es-CL" altLang="en-US" sz="3000" b="0" i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El diseño no es cómo se ve y siente. El diseño es cómo funciona.</a:t>
            </a:r>
            <a:endParaRPr lang="es-CL" sz="1800"/>
          </a:p>
          <a:p>
            <a:pPr marL="0" indent="0" lvl="0">
              <a:spcBef>
                <a:spcPts val="600"/>
              </a:spcBef>
              <a:buNone/>
            </a:pPr>
            <a:r>
              <a:rPr lang="es-CL" altLang="en-US" sz="1800" b="1" dirty="0">
                <a:solidFill>
                  <a:srgbClr val="0EA5E9"/>
                </a:solidFill>
                <a:latin typeface="Arial"/>
                <a:ea typeface="Arial"/>
                <a:cs typeface="Arial"/>
              </a:rPr>
              <a:t>— Steve Jobs</a:t>
            </a:r>
            <a:endParaRPr lang="es-CL" sz="1800"/>
          </a:p>
        </p:txBody>
      </p:sp>
      <p:sp>
        <p:nvSpPr>
          <p:cNvPr id="55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7</a:t>
            </a:r>
            <a:endParaRPr lang="es-CL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56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57" name="Glow"/>
          <p:cNvSpPr/>
          <p:nvPr/>
        </p:nvSpPr>
        <p:spPr>
          <a:xfrm>
            <a:off x="8992000" y="-1100000"/>
            <a:ext cx="4000000" cy="4000000"/>
          </a:xfrm>
          <a:prstGeom prst="rect"/>
          <a:solidFill>
            <a:srgbClr val="0EA5E9">
              <a:alpha val="14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58" name="Cierre"/>
          <p:cNvSpPr>
            <a:spLocks noGrp="1"/>
          </p:cNvSpPr>
          <p:nvPr/>
        </p:nvSpPr>
        <p:spPr>
          <a:xfrm>
            <a:off x="914400" y="2700000"/>
            <a:ext cx="94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3151C"/>
                </a:solidFill>
                <a:latin typeface="Arial"/>
                <a:ea typeface="Arial"/>
                <a:cs typeface="Arial"/>
              </a:rPr>
              <a:t>Gracias</a:t>
            </a:r>
            <a:endParaRPr lang="es-CL" sz="1800"/>
          </a:p>
        </p:txBody>
      </p:sp>
      <p:sp>
        <p:nvSpPr>
          <p:cNvPr id="59" name="Cierre-sub"/>
          <p:cNvSpPr>
            <a:spLocks noGrp="1"/>
          </p:cNvSpPr>
          <p:nvPr/>
        </p:nvSpPr>
        <p:spPr>
          <a:xfrm>
            <a:off x="914400" y="3850000"/>
            <a:ext cx="9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Preguntas y comentarios — hablemos de tu proyecto</a:t>
            </a:r>
            <a:endParaRPr lang="es-CL" sz="1800"/>
          </a:p>
        </p:txBody>
      </p:sp>
      <p:sp>
        <p:nvSpPr>
          <p:cNvPr id="60" name="Btn"/>
          <p:cNvSpPr/>
          <p:nvPr/>
        </p:nvSpPr>
        <p:spPr>
          <a:xfrm>
            <a:off x="914400" y="4700000"/>
            <a:ext cx="2800000" cy="8000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</p:spPr>
        <p:txBody>
          <a:bodyPr wrap="none" lIns="0" tIns="0" rIns="0" bIns="0"/>
          <a:lstStyle/>
          <a:p/>
        </p:txBody>
      </p:sp>
      <p:sp>
        <p:nvSpPr>
          <p:cNvPr id="61" name="Btn-t"/>
          <p:cNvSpPr>
            <a:spLocks noGrp="1"/>
          </p:cNvSpPr>
          <p:nvPr/>
        </p:nvSpPr>
        <p:spPr>
          <a:xfrm>
            <a:off x="914400" y="4700000"/>
            <a:ext cx="2800000" cy="8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Conversar →</a:t>
            </a:r>
            <a:endParaRPr lang="es-CL" sz="1800"/>
          </a:p>
        </p:txBody>
      </p:sp>
      <p:sp>
        <p:nvSpPr>
          <p:cNvPr id="62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Templa · Linear Deck  |  8</a:t>
            </a:r>
            <a:endParaRPr lang="es-CL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">
  <a:themeElements>
    <a:clrScheme name="Templa">
      <a:dk1>
        <a:srgbClr val="22222F"/>
      </a:dk1>
      <a:lt1>
        <a:srgbClr val="FFFFFF"/>
      </a:lt1>
      <a:dk2>
        <a:srgbClr val="44546A"/>
      </a:dk2>
      <a:lt2>
        <a:srgbClr val="E7E6E6"/>
      </a:lt2>
      <a:accent1>
        <a:srgbClr val="0EA5E9"/>
      </a:accent1>
      <a:accent2>
        <a:srgbClr val="38BDF8"/>
      </a:accent2>
      <a:accent3>
        <a:srgbClr val="F59E0B"/>
      </a:accent3>
      <a:accent4>
        <a:srgbClr val="10B981"/>
      </a:accent4>
      <a:accent5>
        <a:srgbClr val="3B82F6"/>
      </a:accent5>
      <a:accent6>
        <a:srgbClr val="E11D48"/>
      </a:accent6>
      <a:hlink>
        <a:srgbClr val="0563C1"/>
      </a:hlink>
      <a:folHlink>
        <a:srgbClr val="954F72"/>
      </a:folHlink>
    </a:clrScheme>
    <a:fontScheme name="Templ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Temp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2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shade val="20000"/>
              </a:schemeClr>
            </a:gs>
            <a:gs pos="100000">
              <a:schemeClr val="phClr">
                <a:tint val="80000"/>
              </a:schemeClr>
            </a:gs>
          </a:gsLst>
          <a:path path="rect">
            <a:fillToRect l="50000" t="0" r="5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Templa Office Builder</Application>
  <PresentationFormat>Widescreen</PresentationFormat>
  <Slides>8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Linear Deck · undefined</dc:title>
  <dc:creator>Templa</dc:creator>
  <cp:lastModifiedBy>Templa</cp:lastModifiedBy>
  <dcterms:created xsi:type="dcterms:W3CDTF">2026-01-01T00:00:00Z</dcterms:created>
  <dcterms:modified xsi:type="dcterms:W3CDTF">2026-01-01T00:00:00Z</dcterms:modified>
</cp:coreProperties>
</file>